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/>
            </a:pPr>
            <a:r>
              <a:t>Maven Goals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Corporate Training – Automation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What is Maven?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66CC"/>
                </a:solidFill>
              </a:defRPr>
            </a:pPr>
            <a:r>
              <a:t>Build automation tool</a:t>
            </a:r>
          </a:p>
          <a:p>
            <a:pPr>
              <a:defRPr sz="2000">
                <a:solidFill>
                  <a:srgbClr val="0066CC"/>
                </a:solidFill>
              </a:defRPr>
            </a:pPr>
            <a:r>
              <a:t>Manages dependencies</a:t>
            </a:r>
          </a:p>
          <a:p>
            <a:pPr>
              <a:defRPr sz="2000">
                <a:solidFill>
                  <a:srgbClr val="0066CC"/>
                </a:solidFill>
              </a:defRPr>
            </a:pPr>
            <a:r>
              <a:t>Used in CI/CD &amp;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What are Maven Goals?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994C"/>
                </a:solidFill>
              </a:defRPr>
            </a:pPr>
            <a:r>
              <a:t>Small executable tasks</a:t>
            </a:r>
          </a:p>
          <a:p>
            <a:pPr>
              <a:defRPr sz="2000">
                <a:solidFill>
                  <a:srgbClr val="00994C"/>
                </a:solidFill>
              </a:defRPr>
            </a:pPr>
            <a:r>
              <a:t>Executed via lifecycles</a:t>
            </a:r>
          </a:p>
          <a:p>
            <a:pPr>
              <a:defRPr sz="2000">
                <a:solidFill>
                  <a:srgbClr val="00994C"/>
                </a:solidFill>
              </a:defRPr>
            </a:pPr>
            <a:r>
              <a:t>Example: compile,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Maven Lifecycles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9933CC"/>
                </a:solidFill>
              </a:defRPr>
            </a:pPr>
            <a:r>
              <a:t>Clean Lifecycle</a:t>
            </a:r>
          </a:p>
          <a:p>
            <a:pPr>
              <a:defRPr sz="2000">
                <a:solidFill>
                  <a:srgbClr val="9933CC"/>
                </a:solidFill>
              </a:defRPr>
            </a:pPr>
            <a:r>
              <a:t>Default Lifecycle</a:t>
            </a:r>
          </a:p>
          <a:p>
            <a:pPr>
              <a:defRPr sz="2000">
                <a:solidFill>
                  <a:srgbClr val="9933CC"/>
                </a:solidFill>
              </a:defRPr>
            </a:pPr>
            <a:r>
              <a:t>Site Lifecycle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Default Lifecycle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CC6600"/>
                </a:solidFill>
              </a:defRPr>
            </a:pPr>
            <a:r>
              <a:t>validate → compile → test → package</a:t>
            </a:r>
          </a:p>
          <a:p>
            <a:pPr>
              <a:defRPr sz="2000">
                <a:solidFill>
                  <a:srgbClr val="CC6600"/>
                </a:solidFill>
              </a:defRPr>
            </a:pPr>
            <a:r>
              <a:t>verify → install → deploy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 vs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Lifecycle</a:t>
            </a:r>
          </a:p>
          <a:p>
            <a:r>
              <a:t>(Sequence of phases)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Goals</a:t>
            </a:r>
          </a:p>
          <a:p>
            <a:r>
              <a:t>(Actual tasks executed)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Common Maven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6699"/>
                </a:solidFill>
              </a:defRPr>
            </a:pPr>
            <a:r>
              <a:t>mvn clean</a:t>
            </a:r>
          </a:p>
          <a:p>
            <a:pPr>
              <a:defRPr sz="2000">
                <a:solidFill>
                  <a:srgbClr val="006699"/>
                </a:solidFill>
              </a:defRPr>
            </a:pPr>
            <a:r>
              <a:t>mvn test</a:t>
            </a:r>
          </a:p>
          <a:p>
            <a:pPr>
              <a:defRPr sz="2000">
                <a:solidFill>
                  <a:srgbClr val="006699"/>
                </a:solidFill>
              </a:defRPr>
            </a:pPr>
            <a:r>
              <a:t>mvn clean install</a:t>
            </a:r>
          </a:p>
          <a:p>
            <a:pPr>
              <a:defRPr sz="2000">
                <a:solidFill>
                  <a:srgbClr val="006699"/>
                </a:solidFill>
              </a:defRPr>
            </a:pPr>
            <a:r>
              <a:t>mvn clean verify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Maven in Automation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660000"/>
                </a:solidFill>
              </a:defRPr>
            </a:pPr>
            <a:r>
              <a:t>Run Selenium / Playwright tests</a:t>
            </a:r>
          </a:p>
          <a:p>
            <a:pPr>
              <a:defRPr sz="2000">
                <a:solidFill>
                  <a:srgbClr val="660000"/>
                </a:solidFill>
              </a:defRPr>
            </a:pPr>
            <a:r>
              <a:t>Integrate with Jenkins</a:t>
            </a:r>
          </a:p>
          <a:p>
            <a:pPr>
              <a:defRPr sz="2000">
                <a:solidFill>
                  <a:srgbClr val="660000"/>
                </a:solidFill>
              </a:defRPr>
            </a:pPr>
            <a:r>
              <a:t>Execute TestNG &amp; Cucumber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Corporate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6600"/>
                </a:solidFill>
              </a:defRPr>
            </a:pPr>
            <a:r>
              <a:t>Use clean before test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Separate unit &amp; integration tests</a:t>
            </a:r>
          </a:p>
          <a:p>
            <a:pPr>
              <a:defRPr sz="2000">
                <a:solidFill>
                  <a:srgbClr val="006600"/>
                </a:solidFill>
              </a:defRPr>
            </a:pPr>
            <a:r>
              <a:t>Tag-based execution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/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125</Words>
  <Application>Microsoft Office PowerPoint</Application>
  <PresentationFormat>On-screen Show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Maven Goals</vt:lpstr>
      <vt:lpstr>What is Maven?</vt:lpstr>
      <vt:lpstr>What are Maven Goals?</vt:lpstr>
      <vt:lpstr>Maven Lifecycles</vt:lpstr>
      <vt:lpstr>Default Lifecycle Flow</vt:lpstr>
      <vt:lpstr>Lifecycle vs Goals</vt:lpstr>
      <vt:lpstr>Common Maven Commands</vt:lpstr>
      <vt:lpstr>Maven in Automation Projects</vt:lpstr>
      <vt:lpstr>Corporate Best Practices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Bala Murthy</cp:lastModifiedBy>
  <cp:revision>1</cp:revision>
  <dcterms:created xsi:type="dcterms:W3CDTF">2013-01-27T09:14:16Z</dcterms:created>
  <dcterms:modified xsi:type="dcterms:W3CDTF">2025-12-23T15:50:40Z</dcterms:modified>
  <cp:category/>
</cp:coreProperties>
</file>