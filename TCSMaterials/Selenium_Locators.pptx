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Locators in Selenium – Java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Corporate Training | Real‑Time Examples | Best Practices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Locators?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Locators identify web elements on a web page</a:t>
            </a:r>
          </a:p>
          <a:p>
            <a:r>
              <a:t>Selenium uses By class to locate elements</a:t>
            </a:r>
          </a:p>
          <a:p>
            <a:r>
              <a:t>Required for click, sendKeys, getText operations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Locators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ID, Name, ClassName</a:t>
            </a:r>
          </a:p>
          <a:p>
            <a:r>
              <a:t>TagName</a:t>
            </a:r>
          </a:p>
          <a:p>
            <a:r>
              <a:t>LinkText &amp; PartialLinkText</a:t>
            </a:r>
          </a:p>
          <a:p>
            <a:r>
              <a:t>CSS Selector</a:t>
            </a:r>
          </a:p>
          <a:p>
            <a:r>
              <a:t>XPath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 Locator – Best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HTML: &lt;input id='username'&gt;</a:t>
            </a:r>
          </a:p>
          <a:p>
            <a:r>
              <a:t>Java: driver.findElement(By.id("username")).sendKeys("admin");</a:t>
            </a:r>
          </a:p>
          <a:p>
            <a:r>
              <a:t>✔ Fastest and most reliable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Name Locator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HTML: &lt;input name='email'&gt;</a:t>
            </a:r>
          </a:p>
          <a:p>
            <a:r>
              <a:t>Java: driver.findElement(By.name("email"))</a:t>
            </a:r>
          </a:p>
          <a:p>
            <a:r>
              <a:t>⚠ Not always unique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Name Locator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HTML: &lt;button class='btn login'&gt;Login&lt;/button&gt;</a:t>
            </a:r>
          </a:p>
          <a:p>
            <a:r>
              <a:t>Java: driver.findElement(By.className("btn"))</a:t>
            </a:r>
          </a:p>
          <a:p>
            <a:r>
              <a:t>❌ Cannot use multiple class values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LinkText &amp; PartialLinkText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HTML: &lt;a&gt;Login&lt;/a&gt;</a:t>
            </a:r>
          </a:p>
          <a:p>
            <a:r>
              <a:t>By.linkText("Login")</a:t>
            </a:r>
          </a:p>
          <a:p>
            <a:r>
              <a:t>By.partialLinkText("Log")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Selector – Modern &amp; Fast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#id, .class, tag</a:t>
            </a:r>
          </a:p>
          <a:p>
            <a:r>
              <a:t>input[name='email']</a:t>
            </a:r>
          </a:p>
          <a:p>
            <a:r>
              <a:t>button[type='submit']</a:t>
            </a:r>
          </a:p>
          <a:p>
            <a:r>
              <a:t>driver.findElement(By.cssSelector("#password"))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XPath – Powerful Locator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//input[@id='username']</a:t>
            </a:r>
          </a:p>
          <a:p>
            <a:r>
              <a:t>//button[text()='Login']</a:t>
            </a:r>
          </a:p>
          <a:p>
            <a:r>
              <a:t>//input[contains(@id,'user')]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XPath Axes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following-sibling</a:t>
            </a:r>
          </a:p>
          <a:p>
            <a:r>
              <a:t>ancestor</a:t>
            </a:r>
          </a:p>
          <a:p>
            <a:r>
              <a:t>descendant</a:t>
            </a:r>
          </a:p>
          <a:p>
            <a:r>
              <a:t>Interview favourite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XPath vs CSS Selector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CSS is faster</a:t>
            </a:r>
          </a:p>
          <a:p>
            <a:r>
              <a:t>XPath supports text &amp; parent traversal</a:t>
            </a:r>
          </a:p>
          <a:p>
            <a:r>
              <a:t>Use CSS when possible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Dynamic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contains()</a:t>
            </a:r>
          </a:p>
          <a:p>
            <a:r>
              <a:t>Use starts-with()</a:t>
            </a:r>
          </a:p>
          <a:p>
            <a:r>
              <a:t>Avoid absolute XPath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Shadow DOM –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Elements hidden inside shadow root</a:t>
            </a:r>
          </a:p>
          <a:p>
            <a:r>
              <a:t>Normal XPath/CSS cannot access directly</a:t>
            </a:r>
          </a:p>
          <a:p>
            <a:r>
              <a:t>Requires JavaScript execution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Real‑Time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 button inside form</a:t>
            </a:r>
          </a:p>
          <a:p>
            <a:r>
              <a:t>//form[@id='login']//button[@type='submit']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Locator Priority – Interview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ID</a:t>
            </a:r>
          </a:p>
          <a:p>
            <a:r>
              <a:t>2. Name</a:t>
            </a:r>
          </a:p>
          <a:p>
            <a:r>
              <a:t>3. CSS Selector</a:t>
            </a:r>
          </a:p>
          <a:p>
            <a:r>
              <a:t>4. XPath</a:t>
            </a:r>
          </a:p>
          <a:p>
            <a:r>
              <a:t>5. Class Name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Using absolute XPath</a:t>
            </a:r>
          </a:p>
          <a:p>
            <a:r>
              <a:t>Relying on dynamic classes</a:t>
            </a:r>
          </a:p>
          <a:p>
            <a:r>
              <a:t>Ignoring waits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Keep locators simple</a:t>
            </a:r>
          </a:p>
          <a:p>
            <a:r>
              <a:t>Use Page Object Model</a:t>
            </a:r>
          </a:p>
          <a:p>
            <a:r>
              <a:t>Centralize locators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Locators are foundation of Selenium</a:t>
            </a:r>
          </a:p>
          <a:p>
            <a:r>
              <a:t>Choose stability over complexity</a:t>
            </a:r>
          </a:p>
          <a:p>
            <a:r>
              <a:t>Practice real applications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370</Words>
  <Application>Microsoft Office PowerPoint</Application>
  <PresentationFormat>On-screen Show (4:3)</PresentationFormat>
  <Paragraphs>75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Locators in Selenium – Java</vt:lpstr>
      <vt:lpstr>What are Locators?</vt:lpstr>
      <vt:lpstr>Types of Locators</vt:lpstr>
      <vt:lpstr>ID Locator – Best Practice</vt:lpstr>
      <vt:lpstr>Name Locator</vt:lpstr>
      <vt:lpstr>Class Name Locator</vt:lpstr>
      <vt:lpstr>LinkText &amp; PartialLinkText</vt:lpstr>
      <vt:lpstr>CSS Selector – Modern &amp; Fast</vt:lpstr>
      <vt:lpstr>XPath – Powerful Locator</vt:lpstr>
      <vt:lpstr>Advanced XPath Axes</vt:lpstr>
      <vt:lpstr>XPath vs CSS Selector</vt:lpstr>
      <vt:lpstr>Handling Dynamic Elements</vt:lpstr>
      <vt:lpstr>Shadow DOM – Concept</vt:lpstr>
      <vt:lpstr>Real‑Time Example</vt:lpstr>
      <vt:lpstr>Locator Priority – Interview</vt:lpstr>
      <vt:lpstr>Common Mistakes</vt:lpstr>
      <vt:lpstr>Best Practices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Bala Murthy</cp:lastModifiedBy>
  <cp:revision>1</cp:revision>
  <dcterms:created xsi:type="dcterms:W3CDTF">2013-01-27T09:14:16Z</dcterms:created>
  <dcterms:modified xsi:type="dcterms:W3CDTF">2025-12-23T17:05:56Z</dcterms:modified>
  <cp:category/>
</cp:coreProperties>
</file>